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/>
              <a:t>Gold Price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Historical Analysis of Gold Market Prices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Dataset: Historical gold price data</a:t>
            </a:r>
          </a:p>
          <a:p>
            <a:pPr>
              <a:defRPr sz="1800"/>
            </a:pPr>
            <a:r>
              <a:t>Analysis Type: Time series and trend analysis</a:t>
            </a:r>
          </a:p>
          <a:p>
            <a:pPr>
              <a:defRPr sz="1800"/>
            </a:pPr>
            <a:r>
              <a:t>Key Metrics: Price movements, returns, volatility</a:t>
            </a:r>
          </a:p>
          <a:p>
            <a:pPr>
              <a:defRPr sz="1800"/>
            </a:pPr>
            <a:r>
              <a:t>Technical Analysis: Moving averages and trends</a:t>
            </a:r>
          </a:p>
          <a:p>
            <a:pPr>
              <a:defRPr sz="1800"/>
            </a:pPr>
            <a:r>
              <a:t>Investment Insights: Return calculations and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/>
              <a:t>Data Visualizations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and Volume Analysis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14374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Distribution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483567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Gold shows relatively stable price trends</a:t>
            </a:r>
          </a:p>
          <a:p>
            <a:pPr>
              <a:defRPr sz="1800"/>
            </a:pPr>
            <a:r>
              <a:t>Lower volatility compared to cryptocurrencies</a:t>
            </a:r>
          </a:p>
          <a:p>
            <a:pPr>
              <a:defRPr sz="1800"/>
            </a:pPr>
            <a:r>
              <a:t>Acts as hedge against market uncertainty</a:t>
            </a:r>
          </a:p>
          <a:p>
            <a:pPr>
              <a:defRPr sz="1800"/>
            </a:pPr>
            <a:r>
              <a:t>Long-term appreciation observed</a:t>
            </a:r>
          </a:p>
          <a:p>
            <a:pPr>
              <a:defRPr sz="1800"/>
            </a:pPr>
            <a:r>
              <a:t>Suitable for portfolio diversification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