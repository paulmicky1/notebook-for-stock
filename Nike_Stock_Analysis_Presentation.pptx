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/>
              <a:t>Nike Stock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 of Nike (NKE) Stock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Company: Nike Inc. (NKE)</a:t>
            </a:r>
          </a:p>
          <a:p>
            <a:pPr>
              <a:defRPr sz="1800"/>
            </a:pPr>
            <a:r>
              <a:t>Dataset: Historical stock market data</a:t>
            </a:r>
          </a:p>
          <a:p>
            <a:pPr>
              <a:defRPr sz="1800"/>
            </a:pPr>
            <a:r>
              <a:t>Analysis: Price, volume, returns, volatility</a:t>
            </a:r>
          </a:p>
          <a:p>
            <a:pPr>
              <a:defRPr sz="1800"/>
            </a:pPr>
            <a:r>
              <a:t>Technical Indicators: OHLC, moving averages</a:t>
            </a:r>
          </a:p>
          <a:p>
            <a:pPr>
              <a:defRPr sz="1800"/>
            </a:pPr>
            <a:r>
              <a:t>Performance Metrics: Returns, risk analysis, statistics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/>
              <a:t>Data Visualizations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and Volume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36801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7554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Nike shows strong long-term performance</a:t>
            </a:r>
          </a:p>
          <a:p>
            <a:pPr>
              <a:defRPr sz="1800"/>
            </a:pPr>
            <a:r>
              <a:t>Moderate volatility for consumer goods sector</a:t>
            </a:r>
          </a:p>
          <a:p>
            <a:pPr>
              <a:defRPr sz="1800"/>
            </a:pPr>
            <a:r>
              <a:t>Healthy trading volumes indicate liquidity</a:t>
            </a:r>
          </a:p>
          <a:p>
            <a:pPr>
              <a:defRPr sz="1800"/>
            </a:pPr>
            <a:r>
              <a:t>Technical indicators suggest trends</a:t>
            </a:r>
          </a:p>
          <a:p>
            <a:pPr>
              <a:defRPr sz="1800"/>
            </a:pPr>
            <a:r>
              <a:t>Suitable for growth and value investors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