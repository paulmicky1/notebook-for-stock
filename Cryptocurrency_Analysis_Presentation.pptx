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4400"/>
              <a:t>Cryptocurrency Market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In-Depth Analysis of Cryptocurrency Trading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Dataset: Large-scale cryptocurrency market data</a:t>
            </a:r>
          </a:p>
          <a:p>
            <a:pPr>
              <a:defRPr sz="1800"/>
            </a:pPr>
            <a:r>
              <a:t>Optimization: Sampled to 50,000 records for performance</a:t>
            </a:r>
          </a:p>
          <a:p>
            <a:pPr>
              <a:defRPr sz="1800"/>
            </a:pPr>
            <a:r>
              <a:t>Metrics: Price movements, trading volumes, returns</a:t>
            </a:r>
          </a:p>
          <a:p>
            <a:pPr>
              <a:defRPr sz="1800"/>
            </a:pPr>
            <a:r>
              <a:t>Volatility Analysis: Risk assessment and return calculations</a:t>
            </a:r>
          </a:p>
          <a:p>
            <a:pPr>
              <a:defRPr sz="1800"/>
            </a:pPr>
            <a:r>
              <a:t>Market Dynamics: Cryptocurrency and related stocks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 &amp;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Comprehensive cryptocurrency market data analyzed</a:t>
            </a:r>
          </a:p>
          <a:p>
            <a:pPr>
              <a:defRPr sz="1800"/>
            </a:pPr>
            <a:r>
              <a:t>High volatility confirmed through statistical analysis</a:t>
            </a:r>
          </a:p>
          <a:p>
            <a:pPr>
              <a:defRPr sz="1800"/>
            </a:pPr>
            <a:r>
              <a:t>Trading patterns reveal market dynamics</a:t>
            </a:r>
          </a:p>
          <a:p>
            <a:pPr>
              <a:defRPr sz="1800"/>
            </a:pPr>
            <a:r>
              <a:t>Returns analysis shows risk-return profile</a:t>
            </a:r>
          </a:p>
          <a:p>
            <a:pPr>
              <a:defRPr sz="1800"/>
            </a:pPr>
            <a:r>
              <a:t>Suitable for advanced predictive modeling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