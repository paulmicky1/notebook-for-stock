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CAC40 Stock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CAC40 Stock Data</a:t>
            </a:r>
          </a:p>
          <a:p>
            <a:r>
              <a:t>2010-2023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 Coverage: Multiple time periods (2010-2021, 2021-2023)</a:t>
            </a:r>
          </a:p>
          <a:p>
            <a:pPr>
              <a:defRPr sz="1800"/>
            </a:pPr>
            <a:r>
              <a:t>Data Sources: Three comprehensive CAC40 datasets</a:t>
            </a:r>
          </a:p>
          <a:p>
            <a:pPr>
              <a:defRPr sz="1800"/>
            </a:pPr>
            <a:r>
              <a:t>Analysis Type: Time series analysis, price trends, volume patterns</a:t>
            </a:r>
          </a:p>
          <a:p>
            <a:pPr>
              <a:defRPr sz="1800"/>
            </a:pPr>
            <a:r>
              <a:t>Key Metrics: Price movements, trading volume, correlations</a:t>
            </a:r>
          </a:p>
          <a:p>
            <a:pPr>
              <a:defRPr sz="1800"/>
            </a:pPr>
            <a:r>
              <a:t>Visualization: Price charts, distributions, moving averages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Data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CAC40 Stocks 2010-2021: Historical data spanning 11 years</a:t>
            </a:r>
          </a:p>
          <a:p>
            <a:pPr>
              <a:defRPr sz="1800"/>
            </a:pPr>
            <a:r>
              <a:t>CAC40 Stocks 2021-2023: Recent market data</a:t>
            </a:r>
          </a:p>
          <a:p>
            <a:pPr>
              <a:defRPr sz="1800"/>
            </a:pPr>
            <a:r>
              <a:t>Preprocessed CAC40: Clean, processed dataset for analysis</a:t>
            </a:r>
          </a:p>
          <a:p>
            <a:pPr>
              <a:defRPr sz="1800"/>
            </a:pPr>
            <a:r>
              <a:t>Combined coverage provides comprehensive market view</a:t>
            </a:r>
          </a:p>
          <a:p>
            <a:pPr>
              <a:defRPr sz="1800"/>
            </a:pPr>
            <a:r>
              <a:t>Multiple stock prices and trading volumes 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Key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Price Trends: Analyzed closing prices across multiple years</a:t>
            </a:r>
          </a:p>
          <a:p>
            <a:pPr>
              <a:defRPr sz="1800"/>
            </a:pPr>
            <a:r>
              <a:t>Volume Analysis: Trading volume patterns and anomalies</a:t>
            </a:r>
          </a:p>
          <a:p>
            <a:pPr>
              <a:defRPr sz="1800"/>
            </a:pPr>
            <a:r>
              <a:t>Volatility: Market volatility measurements over time</a:t>
            </a:r>
          </a:p>
          <a:p>
            <a:pPr>
              <a:defRPr sz="1800"/>
            </a:pPr>
            <a:r>
              <a:t>Correlations: Identified relationships between different metrics</a:t>
            </a:r>
          </a:p>
          <a:p>
            <a:pPr>
              <a:defRPr sz="1800"/>
            </a:pPr>
            <a:r>
              <a:t>Statistical Summary: Mean, median, std deviation of prices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Moving Averages: 50-day and 200-day trends</a:t>
            </a:r>
          </a:p>
          <a:p>
            <a:pPr>
              <a:defRPr sz="1800"/>
            </a:pPr>
            <a:r>
              <a:t>Price Distribution: Statistical distribution of stock prices</a:t>
            </a:r>
          </a:p>
          <a:p>
            <a:pPr>
              <a:defRPr sz="1800"/>
            </a:pPr>
            <a:r>
              <a:t>Volume Patterns: Trading activity analysis</a:t>
            </a:r>
          </a:p>
          <a:p>
            <a:pPr>
              <a:defRPr sz="1800"/>
            </a:pPr>
            <a:r>
              <a:t>Correlation Matrix: Inter-metric relationships</a:t>
            </a:r>
          </a:p>
          <a:p>
            <a:pPr>
              <a:defRPr sz="1800"/>
            </a:pPr>
            <a:r>
              <a:t>Time Series Trends: Long-term market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Comprehensive dataset provides valuable market insights</a:t>
            </a:r>
          </a:p>
          <a:p>
            <a:pPr>
              <a:defRPr sz="1800"/>
            </a:pPr>
            <a:r>
              <a:t>Multiple time periods allow for trend analysis</a:t>
            </a:r>
          </a:p>
          <a:p>
            <a:pPr>
              <a:defRPr sz="1800"/>
            </a:pPr>
            <a:r>
              <a:t>Volume and price data show market dynamics</a:t>
            </a:r>
          </a:p>
          <a:p>
            <a:pPr>
              <a:defRPr sz="1800"/>
            </a:pPr>
            <a:r>
              <a:t>Statistical analysis reveals key patterns</a:t>
            </a:r>
          </a:p>
          <a:p>
            <a:pPr>
              <a:defRPr sz="1800"/>
            </a:pPr>
            <a:r>
              <a:t>Data suitable for further predictive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