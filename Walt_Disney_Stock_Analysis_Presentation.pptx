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4400"/>
              <a:t>Walt Disney Company Stock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Analysis of Disney (DIS) Stock Performance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Company: The Walt Disney Company (DIS)</a:t>
            </a:r>
          </a:p>
          <a:p>
            <a:pPr>
              <a:defRPr sz="1800"/>
            </a:pPr>
            <a:r>
              <a:t>Dataset: Historical stock market data</a:t>
            </a:r>
          </a:p>
          <a:p>
            <a:pPr>
              <a:defRPr sz="1800"/>
            </a:pPr>
            <a:r>
              <a:t>Analysis: Price, volume, returns, risk metrics</a:t>
            </a:r>
          </a:p>
          <a:p>
            <a:pPr>
              <a:defRPr sz="1800"/>
            </a:pPr>
            <a:r>
              <a:t>Technical Analysis: OHLC, moving averages</a:t>
            </a:r>
          </a:p>
          <a:p>
            <a:pPr>
              <a:defRPr sz="1800"/>
            </a:pPr>
            <a:r>
              <a:t>Performance: Returns, Sharpe ratio, volatility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4000" b="1"/>
              <a:t>Data Visualizations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Price and Volume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368018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Statistical Distribution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80183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 &amp; Conclusions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/>
            </a:pPr>
            <a:r>
              <a:t>Disney shows cyclical patterns</a:t>
            </a:r>
          </a:p>
          <a:p>
            <a:pPr>
              <a:defRPr sz="1800"/>
            </a:pPr>
            <a:r>
              <a:t>Entertainment sector exposure</a:t>
            </a:r>
          </a:p>
          <a:p>
            <a:pPr>
              <a:defRPr sz="1800"/>
            </a:pPr>
            <a:r>
              <a:t>Streaming growth opportunities</a:t>
            </a:r>
          </a:p>
          <a:p>
            <a:pPr>
              <a:defRPr sz="1800"/>
            </a:pPr>
            <a:r>
              <a:t>Moderate volatility for large-cap stock</a:t>
            </a:r>
          </a:p>
          <a:p>
            <a:pPr>
              <a:defRPr sz="1800"/>
            </a:pPr>
            <a:r>
              <a:t>Suitable for dividend and growth investors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