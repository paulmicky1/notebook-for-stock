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/>
              <a:t>Random Stock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 of Diversified Stock Market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Dataset: Random stock market dataset</a:t>
            </a:r>
          </a:p>
          <a:p>
            <a:pPr>
              <a:defRPr sz="1800"/>
            </a:pPr>
            <a:r>
              <a:t>Coverage: Multiple stocks and time periods</a:t>
            </a:r>
          </a:p>
          <a:p>
            <a:pPr>
              <a:defRPr sz="1800"/>
            </a:pPr>
            <a:r>
              <a:t>Analysis: Price trends, volume, correlations</a:t>
            </a:r>
          </a:p>
          <a:p>
            <a:pPr>
              <a:defRPr sz="1800"/>
            </a:pPr>
            <a:r>
              <a:t>Diversity: Various stocks for market overview</a:t>
            </a:r>
          </a:p>
          <a:p>
            <a:pPr>
              <a:defRPr sz="1800"/>
            </a:pPr>
            <a:r>
              <a:t>Insights: General market patterns and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/>
              <a:t>Data Visualizations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and Volume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15670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Comprehensive market data analyzed</a:t>
            </a:r>
          </a:p>
          <a:p>
            <a:pPr>
              <a:defRPr sz="1800"/>
            </a:pPr>
            <a:r>
              <a:t>Multiple stocks provide market perspective</a:t>
            </a:r>
          </a:p>
          <a:p>
            <a:pPr>
              <a:defRPr sz="1800"/>
            </a:pPr>
            <a:r>
              <a:t>Price and volume data reveal trends</a:t>
            </a:r>
          </a:p>
          <a:p>
            <a:pPr>
              <a:defRPr sz="1800"/>
            </a:pPr>
            <a:r>
              <a:t>Statistical analysis provides insights</a:t>
            </a:r>
          </a:p>
          <a:p>
            <a:pPr>
              <a:defRPr sz="1800"/>
            </a:pPr>
            <a:r>
              <a:t>Useful for market research and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