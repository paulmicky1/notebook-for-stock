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CAC40 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CAC40 Stock Data</a:t>
            </a:r>
          </a:p>
          <a:p>
            <a:r>
              <a:t>2010-2023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 Coverage: Multiple time periods (2010-2021, 2021-2023)</a:t>
            </a:r>
          </a:p>
          <a:p>
            <a:pPr>
              <a:defRPr sz="1800"/>
            </a:pPr>
            <a:r>
              <a:t>Data Sources: Three comprehensive CAC40 datasets</a:t>
            </a:r>
          </a:p>
          <a:p>
            <a:pPr>
              <a:defRPr sz="1800"/>
            </a:pPr>
            <a:r>
              <a:t>Total Records: Over 110,000 stock entries analyzed</a:t>
            </a:r>
          </a:p>
          <a:p>
            <a:pPr>
              <a:defRPr sz="1800"/>
            </a:pPr>
            <a:r>
              <a:t>Analysis Type: Time series analysis, price trends, volume patterns</a:t>
            </a:r>
          </a:p>
          <a:p>
            <a:pPr>
              <a:defRPr sz="1800"/>
            </a:pPr>
            <a:r>
              <a:t>Key Metrics: Price movements, trading volume, correlations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Dataset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CAC40 Stocks 2010-2021: 81,735 records</a:t>
            </a:r>
          </a:p>
          <a:p>
            <a:pPr>
              <a:defRPr sz="1800"/>
            </a:pPr>
            <a:r>
              <a:t>CAC40 Stocks 2021-2023: 28,564 records</a:t>
            </a:r>
          </a:p>
          <a:p>
            <a:pPr>
              <a:defRPr sz="1800"/>
            </a:pPr>
            <a:r>
              <a:t>Preprocessed CAC40: 97,648 clean records</a:t>
            </a:r>
          </a:p>
          <a:p>
            <a:pPr>
              <a:defRPr sz="1800"/>
            </a:pPr>
            <a:r>
              <a:t>Features: CompanyName, StockName, OHLC prices, Volume, Date</a:t>
            </a:r>
          </a:p>
          <a:p>
            <a:pPr>
              <a:defRPr sz="1800"/>
            </a:pPr>
            <a:r>
              <a:t>Comprehensive coverage of French stock market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Multiple companies in the CAC40 index tracked</a:t>
            </a:r>
          </a:p>
          <a:p>
            <a:pPr>
              <a:defRPr sz="1800"/>
            </a:pPr>
            <a:r>
              <a:t>Daily stock prices with Open, High, Low, Close (OHLC)</a:t>
            </a:r>
          </a:p>
          <a:p>
            <a:pPr>
              <a:defRPr sz="1800"/>
            </a:pPr>
            <a:r>
              <a:t>Trading volume data for liquidity analysis</a:t>
            </a:r>
          </a:p>
          <a:p>
            <a:pPr>
              <a:defRPr sz="1800"/>
            </a:pPr>
            <a:r>
              <a:t>Date range: 2010 to 2023 (13+ years of data)</a:t>
            </a:r>
          </a:p>
          <a:p>
            <a:pPr>
              <a:defRPr sz="1800"/>
            </a:pPr>
            <a:r>
              <a:t>No missing values in the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Analysis Performed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Stock Price Trends: Analyzed closing prices over time</a:t>
            </a:r>
          </a:p>
          <a:p>
            <a:pPr>
              <a:defRPr sz="1800"/>
            </a:pPr>
            <a:r>
              <a:t>Price Distribution: Statistical distribution of stock prices</a:t>
            </a:r>
          </a:p>
          <a:p>
            <a:pPr>
              <a:defRPr sz="1800"/>
            </a:pPr>
            <a:r>
              <a:t>OHLC Patterns: Open, High, Low, Close analysis</a:t>
            </a:r>
          </a:p>
          <a:p>
            <a:pPr>
              <a:defRPr sz="1800"/>
            </a:pPr>
            <a:r>
              <a:t>Company Comparison: Multi-stock performance comparison</a:t>
            </a:r>
          </a:p>
          <a:p>
            <a:pPr>
              <a:defRPr sz="1800"/>
            </a:pPr>
            <a:r>
              <a:t>Trend Identification: Long-term market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&amp; Trading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Trading Volume: Daily trading activity tracked</a:t>
            </a:r>
          </a:p>
          <a:p>
            <a:pPr>
              <a:defRPr sz="1800"/>
            </a:pPr>
            <a:r>
              <a:t>Volume Patterns: High-activity periods identified</a:t>
            </a:r>
          </a:p>
          <a:p>
            <a:pPr>
              <a:defRPr sz="1800"/>
            </a:pPr>
            <a:r>
              <a:t>Liquidity Analysis: Market depth assessment</a:t>
            </a:r>
          </a:p>
          <a:p>
            <a:pPr>
              <a:defRPr sz="1800"/>
            </a:pPr>
            <a:r>
              <a:t>Volume-Price Relationship: Correlation examined</a:t>
            </a:r>
          </a:p>
          <a:p>
            <a:pPr>
              <a:defRPr sz="1800"/>
            </a:pPr>
            <a:r>
              <a:t>Market Activity: Peak trading periods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Summary Statistics: Mean, median, std deviation calculated</a:t>
            </a:r>
          </a:p>
          <a:p>
            <a:pPr>
              <a:defRPr sz="1800"/>
            </a:pPr>
            <a:r>
              <a:t>Correlation Matrix: Inter-stock relationships analyzed</a:t>
            </a:r>
          </a:p>
          <a:p>
            <a:pPr>
              <a:defRPr sz="1800"/>
            </a:pPr>
            <a:r>
              <a:t>Price Volatility: Risk measures computed</a:t>
            </a:r>
          </a:p>
          <a:p>
            <a:pPr>
              <a:defRPr sz="1800"/>
            </a:pPr>
            <a:r>
              <a:t>Date Range Analysis: Performance by time period</a:t>
            </a:r>
          </a:p>
          <a:p>
            <a:pPr>
              <a:defRPr sz="1800"/>
            </a:pPr>
            <a:r>
              <a:t>Company Performance: Individual stock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Key Findings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CAC40 shows diverse performance across constituent stocks</a:t>
            </a:r>
          </a:p>
          <a:p>
            <a:pPr>
              <a:defRPr sz="1800"/>
            </a:pPr>
            <a:r>
              <a:t>Volume patterns indicate varying liquidity by company</a:t>
            </a:r>
          </a:p>
          <a:p>
            <a:pPr>
              <a:defRPr sz="1800"/>
            </a:pPr>
            <a:r>
              <a:t>Price trends reflect economic cycles from 2010-2023</a:t>
            </a:r>
          </a:p>
          <a:p>
            <a:pPr>
              <a:defRPr sz="1800"/>
            </a:pPr>
            <a:r>
              <a:t>Statistical analysis reveals market structure</a:t>
            </a:r>
          </a:p>
          <a:p>
            <a:pPr>
              <a:defRPr sz="1800"/>
            </a:pPr>
            <a:r>
              <a:t>Preprocessed data enables advanced 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Period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2010-2021: Long-term growth with volatility periods</a:t>
            </a:r>
          </a:p>
          <a:p>
            <a:pPr>
              <a:defRPr sz="1800"/>
            </a:pPr>
            <a:r>
              <a:t>2021-2023: Recent market dynamics and trends</a:t>
            </a:r>
          </a:p>
          <a:p>
            <a:pPr>
              <a:defRPr sz="1800"/>
            </a:pPr>
            <a:r>
              <a:t>Multiple companies provide diversification view</a:t>
            </a:r>
          </a:p>
          <a:p>
            <a:pPr>
              <a:defRPr sz="1800"/>
            </a:pPr>
            <a:r>
              <a:t>Dataset size enables robust statistical analysis</a:t>
            </a:r>
          </a:p>
          <a:p>
            <a:pPr>
              <a:defRPr sz="1800"/>
            </a:pPr>
            <a:r>
              <a:t>Clean data facilitates machine learning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Analysis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OHLC price data for technical indicators</a:t>
            </a:r>
          </a:p>
          <a:p>
            <a:pPr>
              <a:defRPr sz="1800"/>
            </a:pPr>
            <a:r>
              <a:t>Volume data for momentum analysis</a:t>
            </a:r>
          </a:p>
          <a:p>
            <a:pPr>
              <a:defRPr sz="1800"/>
            </a:pPr>
            <a:r>
              <a:t>Multiple stocks for portfolio studies</a:t>
            </a:r>
          </a:p>
          <a:p>
            <a:pPr>
              <a:defRPr sz="1800"/>
            </a:pPr>
            <a:r>
              <a:t>Date indexing for time series modeling</a:t>
            </a:r>
          </a:p>
          <a:p>
            <a:pPr>
              <a:defRPr sz="1800"/>
            </a:pPr>
            <a:r>
              <a:t>Comprehensive data for backtesting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Comprehensive CAC40 dataset ideal for market research</a:t>
            </a:r>
          </a:p>
          <a:p>
            <a:pPr>
              <a:defRPr sz="1800"/>
            </a:pPr>
            <a:r>
              <a:t>13+ years of data enables long-term trend analysis</a:t>
            </a:r>
          </a:p>
          <a:p>
            <a:pPr>
              <a:defRPr sz="1800"/>
            </a:pPr>
            <a:r>
              <a:t>Multiple companies allow for diversification studies</a:t>
            </a:r>
          </a:p>
          <a:p>
            <a:pPr>
              <a:defRPr sz="1800"/>
            </a:pPr>
            <a:r>
              <a:t>Clean, preprocessed data ready for modeling</a:t>
            </a:r>
          </a:p>
          <a:p>
            <a:pPr>
              <a:defRPr sz="1800"/>
            </a:pPr>
            <a:r>
              <a:t>Suitable for portfolio optimization and risk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