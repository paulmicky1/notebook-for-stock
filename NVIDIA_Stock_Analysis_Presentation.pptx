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NVIDIA Stock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NVIDIA (NVDA) Stock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Company: NVIDIA Corporation (NVDA)</a:t>
            </a:r>
          </a:p>
          <a:p>
            <a:pPr>
              <a:defRPr sz="1800"/>
            </a:pPr>
            <a:r>
              <a:t>Datasets: Stock data, history, and company info</a:t>
            </a:r>
          </a:p>
          <a:p>
            <a:pPr>
              <a:defRPr sz="1800"/>
            </a:pPr>
            <a:r>
              <a:t>Analysis: Price trends, returns, volatility</a:t>
            </a:r>
          </a:p>
          <a:p>
            <a:pPr>
              <a:defRPr sz="1800"/>
            </a:pPr>
            <a:r>
              <a:t>Technical Analysis: Moving averages and patterns</a:t>
            </a:r>
          </a:p>
          <a:p>
            <a:pPr>
              <a:defRPr sz="1800"/>
            </a:pPr>
            <a:r>
              <a:t>Performance: Growth metrics and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Data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and Volume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4895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482634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NVIDIA shows exceptional growth performance</a:t>
            </a:r>
          </a:p>
          <a:p>
            <a:pPr>
              <a:defRPr sz="1800"/>
            </a:pPr>
            <a:r>
              <a:t>High volatility reflects growth stock nature</a:t>
            </a:r>
          </a:p>
          <a:p>
            <a:pPr>
              <a:defRPr sz="1800"/>
            </a:pPr>
            <a:r>
              <a:t>Strong market position in AI and GPU markets</a:t>
            </a:r>
          </a:p>
          <a:p>
            <a:pPr>
              <a:defRPr sz="1800"/>
            </a:pPr>
            <a:r>
              <a:t>Excellent liquidity for trading</a:t>
            </a:r>
          </a:p>
          <a:p>
            <a:pPr>
              <a:defRPr sz="1800"/>
            </a:pPr>
            <a:r>
              <a:t>Suitable for growth-oriented investors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